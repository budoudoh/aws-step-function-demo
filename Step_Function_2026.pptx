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" y="502920"/>
            <a:ext cx="1600200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5029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2E"/>
                </a:solidFill>
              </a:rPr>
              <a:t>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87552" y="1572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Snooze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43784" y="502920"/>
            <a:ext cx="1600200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43784" y="5029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2E"/>
                </a:solidFill>
              </a:rPr>
              <a:t>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843784" y="1572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0016" y="502920"/>
            <a:ext cx="1600200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5029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2E"/>
                </a:solidFill>
              </a:rPr>
              <a:t>E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700016" y="1572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Extension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56248" y="502920"/>
            <a:ext cx="1600200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5029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2E"/>
                </a:solidFill>
              </a:rPr>
              <a:t>P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556248" y="1572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Protocol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Enterprise-Grade Morning Decision Architecture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on AWS Step Functions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926080" y="3493008"/>
            <a:ext cx="329184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AAAAA"/>
                </a:solidFill>
              </a:rPr>
              <a:t>Basil Udoudoh  |  Cloud GTM Lead, Slalom  |  ATL Cloud Conference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About 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Hey y'all, I'm Basil Udoudoh!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2646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☁️  Cloud GTM Lead at Slalom — helping enterprises modernize on AWS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4825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🏗️  17+ years building scalable AWS architectures and leading engineering teams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7004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🚀  Former Head of Technology at Scaleup (seed-stage startup)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⚙️  Built production Step Functions workflows — spoiler: we'll see one 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91363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🏈  Keeping up with my lovely wife and kids, tinkering with side tech projects, and rooting for every Atlanta sports team!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804672"/>
            <a:ext cx="260604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804672"/>
            <a:ext cx="2606040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09728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A623"/>
                </a:solidFill>
              </a:rPr>
              <a:t>BU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Basil Udoudoh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9443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Cloud GTM Lead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32735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Slalom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3749040"/>
            <a:ext cx="182880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A623"/>
                </a:solidFill>
              </a:rPr>
              <a:t>linkedin.com/in/basiludoudoh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About Y'all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How many of you fall into the following categories?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" y="1261872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" y="1261872"/>
            <a:ext cx="2743200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426464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44475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What's your role?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" y="1993392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199339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Software / Cloud Engineer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" y="2670048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26700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DevOps / SRE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" y="3346704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33467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Architect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" y="4023360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40233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Engineering Manager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1261872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261872"/>
            <a:ext cx="2743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42646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94760" y="144475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How deep are you in AWS?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64992" y="1993392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199339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Just exploring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64992" y="2670048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26700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Building things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64992" y="3346704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33467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Production workloads daily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64992" y="4023360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40233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 basically live there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99048" y="1261872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99048" y="1261872"/>
            <a:ext cx="274320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36208" y="142646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93408" y="144475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Have you used Step Functions?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63640" y="1993392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99339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What's that? 🤔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2670048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6700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I've heard of it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63640" y="3346704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3467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Played around with it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63640" y="4023360"/>
            <a:ext cx="2414016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233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Yes, in prod! ✅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Let's get started!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⏰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OK, so what IS AWS Step Functions?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128016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229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AWS Step Functions is a fully managed serverless orchestration service that lets you coordinate distributed applications and microservices using visual workflows — called state machines — defined in the Amazon States Language (ASL).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02336" y="2176272"/>
            <a:ext cx="26700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2286000"/>
            <a:ext cx="267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9496" y="297180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Visual Workflows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3429000"/>
            <a:ext cx="23408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Define logic as a state machine in JSON/CDK and see it rendered as a live, interactive diagram in the AWS Console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36976" y="2176272"/>
            <a:ext cx="26700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36976" y="2286000"/>
            <a:ext cx="267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74136" y="297180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220+ Integrations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1568" y="3429000"/>
            <a:ext cx="23408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Natively integrates with Lambda, ECS, DynamoDB, SQS, API GW, Bedrock, and hundreds more — no glue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2176272"/>
            <a:ext cx="26700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71616" y="2286000"/>
            <a:ext cx="267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08776" y="297180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Built-in Resilience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3429000"/>
            <a:ext cx="23408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Retry, Catch, Timeout, and heartbeat are first-class citizens — not bolted-on afterthoughts in your app code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So... why not just chain some Lambdas together?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977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3977640" cy="475488"/>
          </a:xfrm>
          <a:prstGeom prst="rect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😤  DIY Orchestration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977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🐛  Custom retry/error logic in every function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865376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653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🕵️  Zero visibility into what step failed or why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359152"/>
            <a:ext cx="3977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359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🔥  Timeouts are entirely your problem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529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🤯  Parallel execution? DIY thread management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3346704"/>
            <a:ext cx="3977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3467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📜  Coordination logic buried in your app code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384048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💸  Paying for Lambda idle time between steps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92040" y="804672"/>
            <a:ext cx="3977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804672"/>
            <a:ext cx="397764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8046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✅  With Step Functions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892040" y="1371600"/>
            <a:ext cx="3977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🔁  Built-in retry with exponential backoff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92040" y="1865376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18653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👁️  Visual execution history in the console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92040" y="2359152"/>
            <a:ext cx="3977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2359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⏱️  Per-state timeouts, handled automatically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92040" y="2852928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56632" y="28529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⚡  Parallel branches are a first-class state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92040" y="3346704"/>
            <a:ext cx="3977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33467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🗺️  Workflow logic lives in the state machine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92040" y="384048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💰  Express workflows for high-volume / low-cost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251960" y="237744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Sounds good! How does Step Functions work?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2336" y="822960"/>
            <a:ext cx="2670048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4752" y="960120"/>
            <a:ext cx="585216" cy="5852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4752" y="960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2336" y="1664208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9496" y="2359152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Define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9496" y="28346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AAAA"/>
                </a:solidFill>
              </a:rPr>
              <a:t>Amazon States Language (ASL)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5216" y="3246120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Write your workflow as a JSON state machine — or use CDK/SAM to generate it from TypeScript. States, transitions, retries, and error handling all live here.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72384" y="2423160"/>
            <a:ext cx="164592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236976" y="822960"/>
            <a:ext cx="2670048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79392" y="960120"/>
            <a:ext cx="585216" cy="5852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9392" y="960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36976" y="1664208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🔀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74136" y="2359152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Deploy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74136" y="28346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AAAA"/>
                </a:solidFill>
              </a:rPr>
              <a:t>State Machine in AWS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19856" y="3246120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Step Functions hosts your state machine. The console renders it visually, tracks every execution, and stores the full history of each run.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07024" y="2423160"/>
            <a:ext cx="164592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071616" y="822960"/>
            <a:ext cx="2670048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14032" y="960120"/>
            <a:ext cx="585216" cy="5852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960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071616" y="1664208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▶️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08776" y="2359152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Execute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08776" y="28346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AAAA"/>
                </a:solidFill>
              </a:rPr>
              <a:t>&amp; Observe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54496" y="3246120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Trigger via API, EventBridge, API Gateway, or SDK. Watch each state transition in real-time — with inputs, outputs, and timing for every step.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Meet the States 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1752" y="804672"/>
            <a:ext cx="206654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01752" y="804672"/>
            <a:ext cx="2066544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932688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93192" y="151790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Task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1883664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Do a unit of work — invoke Lambda, call an API, run an ECS task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9736" y="804672"/>
            <a:ext cx="206654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9736" y="804672"/>
            <a:ext cx="2066544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736" y="932688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51176" y="151790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Choice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51176" y="1883664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Branch logic based on input conditions (the if/else of workflows)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804672"/>
            <a:ext cx="206654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804672"/>
            <a:ext cx="20665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932688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9160" y="151790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Parallel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1883664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Run multiple branches simultaneously and wait for all to finish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75704" y="804672"/>
            <a:ext cx="206654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804672"/>
            <a:ext cx="2066544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932688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67144" y="151790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Map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67144" y="1883664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Iterate over an array, processing each item (optionally in parallel)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" y="2871216"/>
            <a:ext cx="206654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1752" y="2871216"/>
            <a:ext cx="2066544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299923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93192" y="358444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Wait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3192" y="3950208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Pause execution for a duration or until a specific timestamp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59736" y="2871216"/>
            <a:ext cx="206654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59736" y="2871216"/>
            <a:ext cx="2066544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9736" y="299923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551176" y="358444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Pass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51176" y="3950208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Pass input to output — optionally inject or transform data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2871216"/>
            <a:ext cx="206654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871216"/>
            <a:ext cx="20665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99923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709160" y="358444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Succeed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09160" y="3950208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Terminate the execution successfully — you're done here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75704" y="2871216"/>
            <a:ext cx="206654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75704" y="2871216"/>
            <a:ext cx="2066544" cy="91440"/>
          </a:xfrm>
          <a:prstGeom prst="rect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75704" y="299923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867144" y="358444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F37"/>
                </a:solidFill>
              </a:rPr>
              <a:t>Fail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67144" y="3950208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Terminate the execution with a named error and cause message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Standard vs. Express Workflows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977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3977640" cy="4937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Standard Workflow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3977640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89888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Execution Duration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13898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Up to 1 year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3977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01952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Execution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19019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Exactly-once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3977640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14016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Execution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241401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2,000 / sec (default)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3977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26080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History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29260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Full execution history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438144"/>
            <a:ext cx="3977640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38144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Pricing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343814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Per state transition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3977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50208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For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48840" y="395020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Order processing, approval flows, long-running critical workflows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92040" y="804672"/>
            <a:ext cx="3977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804672"/>
            <a:ext cx="397764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804672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Express Workflow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92040" y="1389888"/>
            <a:ext cx="3977640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389888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Execution Duration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13898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Up to 5 minutes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92040" y="1901952"/>
            <a:ext cx="3977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1901952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Execution Model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19019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At-least-once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92040" y="2414016"/>
            <a:ext cx="3977640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414016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Execution Rate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241401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100,000+ / sec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92040" y="2926080"/>
            <a:ext cx="3977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2926080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History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66560" y="29260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CloudWatch Logs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92040" y="3438144"/>
            <a:ext cx="3977640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438144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Pricing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66560" y="343814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Per execution + duration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92040" y="3950208"/>
            <a:ext cx="3977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950208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For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66560" y="395020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IoT pipelines, streaming, high-volume microservice orchestration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251960" y="2487168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51960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When Things Go Wrong: Error Handling &amp; Retries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" y="804672"/>
            <a:ext cx="276148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804672"/>
            <a:ext cx="2761488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50976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48056" y="157276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Retry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Automatically re-attempt a failing state. Configure max attempts, initial interval, backoff rate, and which error types to catch.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" y="2971800"/>
            <a:ext cx="2542032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97180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"Retry": [{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"ErrorEquals":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["Lambda.ServiceException"],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"IntervalSeconds": 2,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"MaxAttempts": 3,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"BackoffRate":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91256" y="804672"/>
            <a:ext cx="276148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91256" y="804672"/>
            <a:ext cx="2761488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950976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🪤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00984" y="157276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B5CF6"/>
                </a:solidFill>
              </a:rPr>
              <a:t>Catch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328416" y="201168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Catch errors that exhaust retries and route to a fallback state. Think try/catch for your state machine — with full input forwarding.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00984" y="2971800"/>
            <a:ext cx="2542032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297180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"Catch": [{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"ErrorEquals":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["States.ALL"],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"Next": "HandleError",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"ResultPath": "$.error"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44184" y="804672"/>
            <a:ext cx="276148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44184" y="804672"/>
            <a:ext cx="2761488" cy="128016"/>
          </a:xfrm>
          <a:prstGeom prst="rect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44184" y="950976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53912" y="157276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4F37"/>
                </a:solidFill>
              </a:rPr>
              <a:t>Timeout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81344" y="201168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Set HeartbeatSeconds and TimeoutSeconds per state. Step Functions will fail the state automatically if limits are exceeded.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53912" y="2971800"/>
            <a:ext cx="2542032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297180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"TimeoutSeconds": 300,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"HeartbeatSeconds": 60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Per-state, not global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Callback Pattern: waitForTaskToken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What is it?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5029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special Task integration mode where Step Functions pauses execution and generates a unique task token. The workflow is completely suspended — no polling, no compute cost — until an external system calls SendTaskSuccess or SendTaskFailure with that token.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395728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When would I use it?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85292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👤  Human approval steps (manager reviews a request)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332841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📧  Waiting for email or SMS confirmation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380390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🤝  Integrating with external async systems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427939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🧍  Literally waiting for a human to get out of bed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0" y="822960"/>
            <a:ext cx="324612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42432" y="8229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State Machine Starts Task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92340" y="1389888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669280" y="1517904"/>
            <a:ext cx="3246120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42432" y="151790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Task Token Generated &amp; Sent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2340" y="2084832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669280" y="2212848"/>
            <a:ext cx="3246120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42432" y="22128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⏸️  Execution PAUSED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92340" y="2779776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5669280" y="2907792"/>
            <a:ext cx="324612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42432" y="290779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External System Completes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92340" y="3474720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669280" y="3602736"/>
            <a:ext cx="32461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42432" y="360273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SendTaskSuccess(token)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292340" y="4169664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669280" y="4297680"/>
            <a:ext cx="32461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42432" y="42976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▶️  Execution RESUMES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Let's Build Something!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🏗️</a:t>
            </a:r>
            <a:endParaRPr lang="en-US" sz="4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88888"/>
                </a:solidFill>
              </a:rPr>
              <a:t>Introducing...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1188720" y="758952"/>
            <a:ext cx="105156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758952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1A1A2E"/>
                </a:solidFill>
              </a:rPr>
              <a:t>S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2331720" y="8229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55577"/>
                </a:solidFill>
              </a:rPr>
              <a:t>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71800" y="786384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Snooze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105156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7830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1A1A2E"/>
                </a:solidFill>
              </a:rPr>
              <a:t>T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2331720" y="1847088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55577"/>
                </a:solidFill>
              </a:rPr>
              <a:t>—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71800" y="181051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Time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188720" y="2807208"/>
            <a:ext cx="105156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80720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1A1A2E"/>
                </a:solidFill>
              </a:rPr>
              <a:t>E</a:t>
            </a:r>
            <a:endParaRPr lang="en-US" sz="5500" dirty="0"/>
          </a:p>
        </p:txBody>
      </p:sp>
      <p:sp>
        <p:nvSpPr>
          <p:cNvPr id="13" name="Text 11"/>
          <p:cNvSpPr/>
          <p:nvPr/>
        </p:nvSpPr>
        <p:spPr>
          <a:xfrm>
            <a:off x="2331720" y="287121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55577"/>
                </a:solidFill>
              </a:rPr>
              <a:t>—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71800" y="2834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Extension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1188720" y="3831336"/>
            <a:ext cx="105156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831336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1A1A2E"/>
                </a:solidFill>
              </a:rPr>
              <a:t>P</a:t>
            </a:r>
            <a:endParaRPr lang="en-US" sz="5500" dirty="0"/>
          </a:p>
        </p:txBody>
      </p:sp>
      <p:sp>
        <p:nvSpPr>
          <p:cNvPr id="17" name="Text 15"/>
          <p:cNvSpPr/>
          <p:nvPr/>
        </p:nvSpPr>
        <p:spPr>
          <a:xfrm>
            <a:off x="2331720" y="3895344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55577"/>
                </a:solidFill>
              </a:rPr>
              <a:t>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971800" y="385876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Protocol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88888"/>
                </a:solidFill>
              </a:rPr>
              <a:t>An enterprise-grade solution to a Monday morning problem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S.T.E.P. Architecture: The Full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14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4956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109728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749808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" y="7498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⏰  ALARM FIRES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05072" y="813816"/>
            <a:ext cx="10058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813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Task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2336" y="1152144"/>
            <a:ext cx="0" cy="8229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64592" y="1234440"/>
            <a:ext cx="4956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1234440"/>
            <a:ext cx="10972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234440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" y="123444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⚡  PARALLEL ASSESSMENT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05072" y="1298448"/>
            <a:ext cx="10058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5072" y="1298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Parallel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2336" y="1636776"/>
            <a:ext cx="0" cy="8229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64592" y="1719072"/>
            <a:ext cx="4956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719072"/>
            <a:ext cx="109728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719072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" y="171907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🔀  IS IT WEEKEND?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05072" y="1783080"/>
            <a:ext cx="10058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507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Choice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2336" y="2121408"/>
            <a:ext cx="0" cy="8229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64592" y="2203704"/>
            <a:ext cx="4956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" y="2203704"/>
            <a:ext cx="109728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2203704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" y="220370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📋  MAP: EVALUATE EXCUSES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05072" y="2267712"/>
            <a:ext cx="10058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2336" y="2606040"/>
            <a:ext cx="0" cy="8229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64592" y="2688336"/>
            <a:ext cx="4956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4592" y="2688336"/>
            <a:ext cx="109728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2688336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" y="268833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🧮  CALCULATE SNOOZE WINDOW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005072" y="2752344"/>
            <a:ext cx="10058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05072" y="27523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Task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2336" y="3090672"/>
            <a:ext cx="0" cy="8229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164592" y="3172968"/>
            <a:ext cx="4956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3172968"/>
            <a:ext cx="109728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3172968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" y="31729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😴  EXECUTE SNOOZE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005072" y="3236976"/>
            <a:ext cx="10058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05072" y="3236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Wait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2336" y="3575304"/>
            <a:ext cx="0" cy="8229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164592" y="3657600"/>
            <a:ext cx="4956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4592" y="3657600"/>
            <a:ext cx="109728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3657600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4944" y="365760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🔁  WAKE UP CHECK (retry ×3)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005072" y="3721608"/>
            <a:ext cx="100584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05072" y="3721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Retry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2336" y="4059936"/>
            <a:ext cx="0" cy="8229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164592" y="4142232"/>
            <a:ext cx="4956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4592" y="4142232"/>
            <a:ext cx="109728" cy="4023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" y="4142232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4944" y="414223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📞  AWAIT CONFIRMATION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005072" y="4206240"/>
            <a:ext cx="100584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05072" y="4206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Callback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64592" y="4681728"/>
            <a:ext cx="233172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4592" y="4681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☕  SUCCEED: You made it!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88920" y="4681728"/>
            <a:ext cx="2331720" cy="438912"/>
          </a:xfrm>
          <a:prstGeom prst="rect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88920" y="4681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🚨  FAIL: You're late.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376672" y="749808"/>
            <a:ext cx="3584448" cy="4343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76672" y="749808"/>
            <a:ext cx="358444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68112" y="859536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State Types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486400" y="1335024"/>
            <a:ext cx="329184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97880" y="133502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Task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242048" y="133502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Invoke a service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486400" y="1810512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97880" y="181051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Parallel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42048" y="1810512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Run branches concurrently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486400" y="2286000"/>
            <a:ext cx="329184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97880" y="228600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Choice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242048" y="228600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Branch on condition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486400" y="2761488"/>
            <a:ext cx="329184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97880" y="276148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Map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42048" y="276148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Iterate over array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5486400" y="3236976"/>
            <a:ext cx="32918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97880" y="323697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Wait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7242048" y="323697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Pause execution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5486400" y="3712464"/>
            <a:ext cx="32918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97880" y="371246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Retry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42048" y="371246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Auto-retry on failure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486400" y="4187952"/>
            <a:ext cx="329184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897880" y="418795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Callback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7242048" y="4187952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Wait for external signal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5468112" y="4681728"/>
            <a:ext cx="3401568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68112" y="468172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🎉  Step 3: Weekend = YES → instant Succeed (sleep in!)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Let's look at the code!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💻</a:t>
            </a:r>
            <a:endParaRPr lang="en-US" sz="4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S.T.E.P. — What the Demo Covers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16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9456" y="804672"/>
            <a:ext cx="42245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" y="804672"/>
            <a:ext cx="914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046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</a:rPr>
              <a:t>⚙️  Task States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85416" y="896112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4288" y="804672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Lambda invocations for alarm check, snooze calculation, and wake-up verification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804672"/>
            <a:ext cx="42245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804672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8046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⚡  Parallel State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65976" y="896112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804672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Simultaneous calendar check, weather/hair complexity rating, and weekend detection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" y="1444752"/>
            <a:ext cx="42245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" y="1444752"/>
            <a:ext cx="9144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44475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</a:rPr>
              <a:t>🔀  Choice State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85416" y="1536192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1444752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Is it a weekend? Instant Succeed. Otherwise, the gauntlet continues.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0016" y="1444752"/>
            <a:ext cx="42245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1444752"/>
            <a:ext cx="9144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44475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🗺️  Map State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65976" y="1536192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444752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Iterates over the excuse inventory array, scoring each excuse's viability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" y="2084832"/>
            <a:ext cx="42245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" y="2084832"/>
            <a:ext cx="9144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</a:rPr>
              <a:t>⏱️  Wait State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185416" y="2176272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4288" y="2084832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literal snooze — execution is paused for the calculated snooze duration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0016" y="2084832"/>
            <a:ext cx="42245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0016" y="2084832"/>
            <a:ext cx="9144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</a:rPr>
              <a:t>🔁  Retry + Backoff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65976" y="2176272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2084832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Wake-up check retries 3× with exponential backoff (each snooze gets longer)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9456" y="2724912"/>
            <a:ext cx="42245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456" y="2724912"/>
            <a:ext cx="9144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272491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</a:rPr>
              <a:t>📞  Callback (waitForTaskToken)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185416" y="2816352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04288" y="2724912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Workflow pauses until an external signal confirms the human is vertical and conscious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0016" y="2724912"/>
            <a:ext cx="42245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0016" y="2724912"/>
            <a:ext cx="9144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272491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</a:rPr>
              <a:t>🏗️  CDK Deployment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665976" y="2816352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84848" y="2724912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 TypeScript CDK stack — State Machine, Lambdas, IAM roles, all in one cdk deploy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17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9264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92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841248"/>
            <a:ext cx="8001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🔀  Step Functions transforms coordination code into a visual, auditable state machine — your business logic lives in the workflow, not scattered across Lambda functions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92224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92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1664208"/>
            <a:ext cx="8001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🛡️  Retry, Catch, Timeout, and heartbeat are first-class citizens — you get enterprise-grade resilience without writing a single try/catch in your application 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15184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15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487168"/>
            <a:ext cx="8001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⚡  Parallel, Map, and Choice states make complex orchestration trivial — parallel execution, array iteration, and conditional branching all out of the box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438144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438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310128"/>
            <a:ext cx="8001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📞  The waitForTaskToken callback pattern unlocks powerful async integrations — pause for human approval, external systems, or (apparently) humans getting out of bed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261104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4133088"/>
            <a:ext cx="8001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🏗️  CDK + Step Functions is a killer combo — define your workflow, Lambdas, and IAM in TypeScript and ship the whole thing with one cdk deploy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Functions Learning Resources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18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6949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109728" cy="6035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41248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📖  AWS Step Functions Developer Guide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28032" y="841248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</a:rPr>
              <a:t>docs.aws.amazon.com/step-functions/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91056"/>
            <a:ext cx="6949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91056"/>
            <a:ext cx="109728" cy="6035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91056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🔨  AWS CDK Step Functions Constructs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591056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</a:rPr>
              <a:t>docs.aws.amazon.com/cdk/api/v2/docs/aws-cdk-lib.aws_stepfunctions-readme.html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40864"/>
            <a:ext cx="6949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40864"/>
            <a:ext cx="109728" cy="6035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340864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🗺️  Amazon States Language Specification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2340864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</a:rPr>
              <a:t>states-language.net/spec.html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6949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90672"/>
            <a:ext cx="109728" cy="6035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90672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🧪  Step Functions Workshop (AWS)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090672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</a:rPr>
              <a:t>catalog.workshops.aws/stepfunctions/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6949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40480"/>
            <a:ext cx="109728" cy="6035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840480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💻  S.T.E.P. Demo Repo (this talk)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3840480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</a:rPr>
              <a:t>github.com/budoudoh/aws-step-snooze-protocol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841248"/>
            <a:ext cx="1325880" cy="1325880"/>
          </a:xfrm>
          <a:prstGeom prst="rect">
            <a:avLst/>
          </a:prstGeom>
          <a:solidFill>
            <a:srgbClr val="1A1A2E"/>
          </a:solidFill>
          <a:ln w="381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841248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QR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Code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2240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Demo Repo →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you!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1463040" cy="1417320"/>
          </a:xfrm>
          <a:prstGeom prst="rect">
            <a:avLst/>
          </a:prstGeom>
          <a:solidFill>
            <a:srgbClr val="2A2A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A623"/>
                </a:solidFill>
              </a:rPr>
              <a:t>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Snooze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920240"/>
            <a:ext cx="1463040" cy="1417320"/>
          </a:xfrm>
          <a:prstGeom prst="rect">
            <a:avLst/>
          </a:prstGeom>
          <a:solidFill>
            <a:srgbClr val="2A2A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A623"/>
                </a:solidFill>
              </a:rPr>
              <a:t>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017520" y="27432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1463040" cy="1417320"/>
          </a:xfrm>
          <a:prstGeom prst="rect">
            <a:avLst/>
          </a:prstGeom>
          <a:solidFill>
            <a:srgbClr val="2A2A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A623"/>
                </a:solidFill>
              </a:rPr>
              <a:t>E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Extension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1463040" cy="1417320"/>
          </a:xfrm>
          <a:prstGeom prst="rect">
            <a:avLst/>
          </a:prstGeom>
          <a:solidFill>
            <a:srgbClr val="2A2A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A623"/>
                </a:solidFill>
              </a:rPr>
              <a:t>P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Protocol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3566160"/>
            <a:ext cx="4572000" cy="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03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Basil Udoudoh  |  Cloud GTM Lead, Slalom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A623"/>
                </a:solidFill>
              </a:rPr>
              <a:t>linkedin.com/in/basiludoudoh  |  github.com/budoudoh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☕  Now go set up a proper wake-up workflow.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S.T.E.P.: Snooze Time Extension Protocol</dc:title>
  <dc:subject>PptxGenJS Presentation</dc:subject>
  <dc:creator>Basil Udoudoh</dc:creator>
  <cp:lastModifiedBy>Basil Udoudoh</cp:lastModifiedBy>
  <cp:revision>1</cp:revision>
  <dcterms:created xsi:type="dcterms:W3CDTF">2026-05-24T17:03:01Z</dcterms:created>
  <dcterms:modified xsi:type="dcterms:W3CDTF">2026-05-24T17:03:01Z</dcterms:modified>
</cp:coreProperties>
</file>